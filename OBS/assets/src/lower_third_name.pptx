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25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593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02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82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2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77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54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36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018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2045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84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17BE7-FE7B-4EFB-B35E-82640135CA08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3B2EF-CD91-4F3D-B58F-528B335D9D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333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rallelogramm 7">
            <a:extLst>
              <a:ext uri="{FF2B5EF4-FFF2-40B4-BE49-F238E27FC236}">
                <a16:creationId xmlns:a16="http://schemas.microsoft.com/office/drawing/2014/main" id="{245C1FCB-5198-3629-E59F-8F437DF895C0}"/>
              </a:ext>
            </a:extLst>
          </p:cNvPr>
          <p:cNvSpPr/>
          <p:nvPr/>
        </p:nvSpPr>
        <p:spPr>
          <a:xfrm>
            <a:off x="2399346" y="7639195"/>
            <a:ext cx="9019570" cy="850929"/>
          </a:xfrm>
          <a:prstGeom prst="parallelogram">
            <a:avLst>
              <a:gd name="adj" fmla="val 38207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64"/>
          </a:p>
        </p:txBody>
      </p:sp>
      <p:sp>
        <p:nvSpPr>
          <p:cNvPr id="7" name="Parallelogramm 6">
            <a:extLst>
              <a:ext uri="{FF2B5EF4-FFF2-40B4-BE49-F238E27FC236}">
                <a16:creationId xmlns:a16="http://schemas.microsoft.com/office/drawing/2014/main" id="{C65ADAB7-8D3A-D0DD-A2D7-5FA20AA9C5DA}"/>
              </a:ext>
            </a:extLst>
          </p:cNvPr>
          <p:cNvSpPr/>
          <p:nvPr/>
        </p:nvSpPr>
        <p:spPr>
          <a:xfrm>
            <a:off x="4175179" y="7875747"/>
            <a:ext cx="8255303" cy="884188"/>
          </a:xfrm>
          <a:prstGeom prst="parallelogram">
            <a:avLst>
              <a:gd name="adj" fmla="val 38207"/>
            </a:avLst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6">
                  <a:lumMod val="20000"/>
                  <a:lumOff val="80000"/>
                </a:schemeClr>
              </a:gs>
              <a:gs pos="100000">
                <a:schemeClr val="tx2">
                  <a:lumMod val="10000"/>
                  <a:lumOff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64" dirty="0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8984982A-77A7-7DA1-A2E6-65A3FEC406F6}"/>
              </a:ext>
            </a:extLst>
          </p:cNvPr>
          <p:cNvSpPr/>
          <p:nvPr/>
        </p:nvSpPr>
        <p:spPr>
          <a:xfrm>
            <a:off x="10413902" y="7503315"/>
            <a:ext cx="2163860" cy="393452"/>
          </a:xfrm>
          <a:prstGeom prst="parallelogram">
            <a:avLst>
              <a:gd name="adj" fmla="val 3820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64"/>
          </a:p>
        </p:txBody>
      </p:sp>
    </p:spTree>
    <p:extLst>
      <p:ext uri="{BB962C8B-B14F-4D97-AF65-F5344CB8AC3E}">
        <p14:creationId xmlns:p14="http://schemas.microsoft.com/office/powerpoint/2010/main" val="86965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5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A3-Papier (297 x 420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Heuger, Martin</dc:creator>
  <cp:lastModifiedBy>Heuger, Martin</cp:lastModifiedBy>
  <cp:revision>1</cp:revision>
  <dcterms:created xsi:type="dcterms:W3CDTF">2026-02-10T22:18:52Z</dcterms:created>
  <dcterms:modified xsi:type="dcterms:W3CDTF">2026-02-10T22:33:23Z</dcterms:modified>
</cp:coreProperties>
</file>