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>
        <p:scale>
          <a:sx n="100" d="100"/>
          <a:sy n="100" d="100"/>
        </p:scale>
        <p:origin x="678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154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76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4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09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7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31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20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53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14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49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392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E8920-8800-4508-B402-C490BF82D8E4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4164C-99E5-4E62-ABCB-6E0172CEF0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1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m 3">
            <a:extLst>
              <a:ext uri="{FF2B5EF4-FFF2-40B4-BE49-F238E27FC236}">
                <a16:creationId xmlns:a16="http://schemas.microsoft.com/office/drawing/2014/main" id="{1E441AF8-610B-545A-DB21-32A2DC238D5D}"/>
              </a:ext>
            </a:extLst>
          </p:cNvPr>
          <p:cNvSpPr/>
          <p:nvPr/>
        </p:nvSpPr>
        <p:spPr>
          <a:xfrm>
            <a:off x="223838" y="7508566"/>
            <a:ext cx="12353924" cy="783315"/>
          </a:xfrm>
          <a:prstGeom prst="parallelogram">
            <a:avLst>
              <a:gd name="adj" fmla="val 38207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18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E1121EF7-EB75-456F-28F3-EDCB396BD493}"/>
              </a:ext>
            </a:extLst>
          </p:cNvPr>
          <p:cNvSpPr/>
          <p:nvPr/>
        </p:nvSpPr>
        <p:spPr>
          <a:xfrm>
            <a:off x="2018346" y="7969110"/>
            <a:ext cx="10226042" cy="783315"/>
          </a:xfrm>
          <a:prstGeom prst="parallelogram">
            <a:avLst>
              <a:gd name="adj" fmla="val 38207"/>
            </a:avLst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6">
                  <a:lumMod val="20000"/>
                  <a:lumOff val="80000"/>
                </a:schemeClr>
              </a:gs>
              <a:gs pos="100000">
                <a:schemeClr val="tx2">
                  <a:lumMod val="10000"/>
                  <a:lumOff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18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F5B0A01-86DE-812C-313F-32C3A44E3973}"/>
              </a:ext>
            </a:extLst>
          </p:cNvPr>
          <p:cNvSpPr/>
          <p:nvPr/>
        </p:nvSpPr>
        <p:spPr>
          <a:xfrm>
            <a:off x="604837" y="7310323"/>
            <a:ext cx="1413509" cy="144210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825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18"/>
          </a:p>
        </p:txBody>
      </p:sp>
      <p:pic>
        <p:nvPicPr>
          <p:cNvPr id="9" name="Grafik 8" descr="Ein Bild, das Grün enthält.&#10;&#10;KI-generierte Inhalte können fehlerhaft sein.">
            <a:extLst>
              <a:ext uri="{FF2B5EF4-FFF2-40B4-BE49-F238E27FC236}">
                <a16:creationId xmlns:a16="http://schemas.microsoft.com/office/drawing/2014/main" id="{A06D15AA-B250-D429-C0EE-BB83B2087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20" y="7508566"/>
            <a:ext cx="1062342" cy="10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6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A3-Papier (297 x 420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Heuger, Martin</dc:creator>
  <cp:lastModifiedBy>Heuger, Martin</cp:lastModifiedBy>
  <cp:revision>1</cp:revision>
  <dcterms:created xsi:type="dcterms:W3CDTF">2026-02-10T21:37:09Z</dcterms:created>
  <dcterms:modified xsi:type="dcterms:W3CDTF">2026-02-10T22:32:43Z</dcterms:modified>
</cp:coreProperties>
</file>